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2"/>
  </p:notesMasterIdLst>
  <p:sldIdLst>
    <p:sldId id="256" r:id="rId2"/>
    <p:sldId id="306" r:id="rId3"/>
    <p:sldId id="310" r:id="rId4"/>
    <p:sldId id="321" r:id="rId5"/>
    <p:sldId id="322" r:id="rId6"/>
    <p:sldId id="323" r:id="rId7"/>
    <p:sldId id="311" r:id="rId8"/>
    <p:sldId id="324" r:id="rId9"/>
    <p:sldId id="313" r:id="rId10"/>
    <p:sldId id="309" r:id="rId11"/>
  </p:sldIdLst>
  <p:sldSz cx="9144000" cy="5143500" type="screen16x9"/>
  <p:notesSz cx="6858000" cy="9144000"/>
  <p:embeddedFontLst>
    <p:embeddedFont>
      <p:font typeface="Be Vietnam Pro" panose="020B0604020202020204" charset="0"/>
      <p:regular r:id="rId13"/>
      <p:bold r:id="rId14"/>
      <p:italic r:id="rId15"/>
      <p:boldItalic r:id="rId16"/>
    </p:embeddedFont>
    <p:embeddedFont>
      <p:font typeface="Bebas Neue" panose="020B0606020202050201" pitchFamily="3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C8B78B-D42F-4AAC-A18D-E59012CE09AE}">
  <a:tblStyle styleId="{9AC8B78B-D42F-4AAC-A18D-E59012CE09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47849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3984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5E51C5D1-0A40-9F95-CF84-B54D5063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F81B8BB6-F68D-FE17-C483-DCB7216220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978D0DDE-62EA-EDBA-3C42-ED414059D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969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DF855984-9C80-1717-1D94-A943BEEC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86B7F273-BD53-0887-B8D8-0CB90972C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7C54DBDE-DB93-987B-8582-BDFEDD085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71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E0D8E4ED-3DD8-4194-9C1A-CFA6CCBA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440E466D-FA03-CB25-1A26-232948B77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AF429954-D5FE-C3CA-A2EC-EBF055043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3787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AAF8FBB9-A188-7D8E-2A15-66A8B3F5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C22433E8-7977-729D-BC3C-810F0935A4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25F45E9A-2E0D-A97F-1721-12A6FD42F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3402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E0D720EE-B944-7B59-1EFF-DC62D650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1C301DB4-18F2-3A1D-381C-BDD4EA6F7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6F004CB5-8E2B-B1B2-E43F-26BFDFD2D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92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0A928ECA-E7DB-F763-AF5F-1D2AB61B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906FA42D-B5FF-EDB3-6E25-5DA16A6C2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FE0224FF-BE5A-F16B-FADB-FDE4EC21E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441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8B90EB5E-799B-617E-B5B1-00A529A4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D28DEA59-3B80-7438-599C-AC73E8E55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91B2046E-FCBF-D94E-B9BD-928A2E57AE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832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6B6E2E37-CCE2-48CC-48DE-DDD469FD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CD890649-0B1D-4917-87A1-D5B0ADB21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BE2A96F7-3D12-8305-E76B-13449DBFA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527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A4262C76-69F0-F2AD-4D2B-06EDF0EA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5521546581_0_260:notes">
            <a:extLst>
              <a:ext uri="{FF2B5EF4-FFF2-40B4-BE49-F238E27FC236}">
                <a16:creationId xmlns:a16="http://schemas.microsoft.com/office/drawing/2014/main" id="{EE95704B-D37F-28C9-6E75-A82C6F8BD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5521546581_0_260:notes">
            <a:extLst>
              <a:ext uri="{FF2B5EF4-FFF2-40B4-BE49-F238E27FC236}">
                <a16:creationId xmlns:a16="http://schemas.microsoft.com/office/drawing/2014/main" id="{6E51DBF4-0DB8-2682-B92D-86A252B10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5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04475" y="946300"/>
            <a:ext cx="4026300" cy="271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404475" y="3721375"/>
            <a:ext cx="4026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92215" y="137314"/>
            <a:ext cx="8798184" cy="4869073"/>
            <a:chOff x="192215" y="137314"/>
            <a:chExt cx="8798184" cy="4869073"/>
          </a:xfrm>
        </p:grpSpPr>
        <p:sp>
          <p:nvSpPr>
            <p:cNvPr id="12" name="Google Shape;12;p2"/>
            <p:cNvSpPr/>
            <p:nvPr/>
          </p:nvSpPr>
          <p:spPr>
            <a:xfrm>
              <a:off x="6157243" y="471794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192215" y="972764"/>
              <a:ext cx="354700" cy="354032"/>
              <a:chOff x="197672" y="1050598"/>
              <a:chExt cx="504839" cy="503889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450062" y="1302036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97672" y="1050598"/>
                <a:ext cx="378643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5977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85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6" h="5977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993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3130504" y="137314"/>
              <a:ext cx="483619" cy="561918"/>
              <a:chOff x="170054" y="3050726"/>
              <a:chExt cx="483619" cy="561918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993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>
              <a:off x="8864143" y="3056830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82868" y="4880130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877326" y="137332"/>
            <a:ext cx="8039356" cy="4784724"/>
            <a:chOff x="877326" y="137332"/>
            <a:chExt cx="8039356" cy="4784724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877326" y="137332"/>
              <a:ext cx="501089" cy="503398"/>
              <a:chOff x="7686551" y="596782"/>
              <a:chExt cx="501089" cy="503398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7024" fill="none" extrusionOk="0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7023" fill="none" extrusionOk="0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8289770" y="4295091"/>
              <a:ext cx="626912" cy="626965"/>
              <a:chOff x="5734895" y="534991"/>
              <a:chExt cx="626912" cy="626965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1953" fill="none" extrusionOk="0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953" fill="none" extrusionOk="0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4378" fill="none" extrusionOk="0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TWO_COLUMNS_1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20"/>
          <p:cNvSpPr txBox="1">
            <a:spLocks noGrp="1"/>
          </p:cNvSpPr>
          <p:nvPr>
            <p:ph type="subTitle" idx="1"/>
          </p:nvPr>
        </p:nvSpPr>
        <p:spPr>
          <a:xfrm>
            <a:off x="1768500" y="1986847"/>
            <a:ext cx="56070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3" name="Google Shape;553;p20"/>
          <p:cNvSpPr txBox="1">
            <a:spLocks noGrp="1"/>
          </p:cNvSpPr>
          <p:nvPr>
            <p:ph type="subTitle" idx="2"/>
          </p:nvPr>
        </p:nvSpPr>
        <p:spPr>
          <a:xfrm>
            <a:off x="1768500" y="3526576"/>
            <a:ext cx="56070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4" name="Google Shape;554;p20"/>
          <p:cNvSpPr txBox="1">
            <a:spLocks noGrp="1"/>
          </p:cNvSpPr>
          <p:nvPr>
            <p:ph type="subTitle" idx="3"/>
          </p:nvPr>
        </p:nvSpPr>
        <p:spPr>
          <a:xfrm>
            <a:off x="1768500" y="1528500"/>
            <a:ext cx="5607000" cy="4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5" name="Google Shape;555;p20"/>
          <p:cNvSpPr txBox="1">
            <a:spLocks noGrp="1"/>
          </p:cNvSpPr>
          <p:nvPr>
            <p:ph type="subTitle" idx="4"/>
          </p:nvPr>
        </p:nvSpPr>
        <p:spPr>
          <a:xfrm>
            <a:off x="1768500" y="3104203"/>
            <a:ext cx="5607000" cy="4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6" name="Google Shape;556;p20"/>
          <p:cNvGrpSpPr/>
          <p:nvPr/>
        </p:nvGrpSpPr>
        <p:grpSpPr>
          <a:xfrm>
            <a:off x="335940" y="191619"/>
            <a:ext cx="8654454" cy="4814751"/>
            <a:chOff x="335940" y="191619"/>
            <a:chExt cx="8654454" cy="4814751"/>
          </a:xfrm>
        </p:grpSpPr>
        <p:sp>
          <p:nvSpPr>
            <p:cNvPr id="557" name="Google Shape;557;p20"/>
            <p:cNvSpPr/>
            <p:nvPr/>
          </p:nvSpPr>
          <p:spPr>
            <a:xfrm>
              <a:off x="2884818" y="191619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8" name="Google Shape;558;p20"/>
            <p:cNvGrpSpPr/>
            <p:nvPr/>
          </p:nvGrpSpPr>
          <p:grpSpPr>
            <a:xfrm>
              <a:off x="335940" y="1913914"/>
              <a:ext cx="354700" cy="354032"/>
              <a:chOff x="306126" y="1701323"/>
              <a:chExt cx="504839" cy="503889"/>
            </a:xfrm>
          </p:grpSpPr>
          <p:sp>
            <p:nvSpPr>
              <p:cNvPr id="559" name="Google Shape;559;p20"/>
              <p:cNvSpPr/>
              <p:nvPr/>
            </p:nvSpPr>
            <p:spPr>
              <a:xfrm>
                <a:off x="558516" y="1952762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0"/>
              <p:cNvSpPr/>
              <p:nvPr/>
            </p:nvSpPr>
            <p:spPr>
              <a:xfrm>
                <a:off x="306126" y="1701323"/>
                <a:ext cx="378643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5977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1" name="Google Shape;561;p20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562" name="Google Shape;562;p20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85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0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6" h="5977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20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565" name="Google Shape;565;p20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993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0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7" name="Google Shape;567;p20"/>
            <p:cNvSpPr/>
            <p:nvPr/>
          </p:nvSpPr>
          <p:spPr>
            <a:xfrm>
              <a:off x="8808043" y="3867180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5926593" y="4695855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9" name="Google Shape;569;p20"/>
            <p:cNvGrpSpPr/>
            <p:nvPr/>
          </p:nvGrpSpPr>
          <p:grpSpPr>
            <a:xfrm rot="10800000" flipH="1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570" name="Google Shape;570;p20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5977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2" name="Google Shape;572;p20"/>
          <p:cNvGrpSpPr/>
          <p:nvPr/>
        </p:nvGrpSpPr>
        <p:grpSpPr>
          <a:xfrm>
            <a:off x="267595" y="184707"/>
            <a:ext cx="8721721" cy="4631349"/>
            <a:chOff x="267595" y="184707"/>
            <a:chExt cx="8721721" cy="4631349"/>
          </a:xfrm>
        </p:grpSpPr>
        <p:grpSp>
          <p:nvGrpSpPr>
            <p:cNvPr id="573" name="Google Shape;573;p20"/>
            <p:cNvGrpSpPr/>
            <p:nvPr/>
          </p:nvGrpSpPr>
          <p:grpSpPr>
            <a:xfrm>
              <a:off x="8488226" y="2218232"/>
              <a:ext cx="501089" cy="503398"/>
              <a:chOff x="7686551" y="596782"/>
              <a:chExt cx="501089" cy="503398"/>
            </a:xfrm>
          </p:grpSpPr>
          <p:sp>
            <p:nvSpPr>
              <p:cNvPr id="574" name="Google Shape;574;p2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7024" fill="none" extrusionOk="0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7023" fill="none" extrusionOk="0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580;p20"/>
            <p:cNvGrpSpPr/>
            <p:nvPr/>
          </p:nvGrpSpPr>
          <p:grpSpPr>
            <a:xfrm>
              <a:off x="267595" y="4189091"/>
              <a:ext cx="626912" cy="626965"/>
              <a:chOff x="5734895" y="534991"/>
              <a:chExt cx="626912" cy="626965"/>
            </a:xfrm>
          </p:grpSpPr>
          <p:sp>
            <p:nvSpPr>
              <p:cNvPr id="581" name="Google Shape;581;p20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1953" fill="none" extrusionOk="0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0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953" fill="none" extrusionOk="0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0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4378" fill="none" extrusionOk="0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4" name="Google Shape;584;p20"/>
            <p:cNvGrpSpPr/>
            <p:nvPr/>
          </p:nvGrpSpPr>
          <p:grpSpPr>
            <a:xfrm>
              <a:off x="309651" y="184707"/>
              <a:ext cx="501089" cy="503398"/>
              <a:chOff x="7686551" y="596782"/>
              <a:chExt cx="501089" cy="503398"/>
            </a:xfrm>
          </p:grpSpPr>
          <p:sp>
            <p:nvSpPr>
              <p:cNvPr id="585" name="Google Shape;585;p2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7024" fill="none" extrusionOk="0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7023" fill="none" extrusionOk="0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807;p27"/>
          <p:cNvGrpSpPr/>
          <p:nvPr/>
        </p:nvGrpSpPr>
        <p:grpSpPr>
          <a:xfrm rot="10800000" flipH="1"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808" name="Google Shape;808;p27"/>
            <p:cNvSpPr/>
            <p:nvPr/>
          </p:nvSpPr>
          <p:spPr>
            <a:xfrm>
              <a:off x="5856618" y="344019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9" name="Google Shape;809;p27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810" name="Google Shape;810;p27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27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5977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2" name="Google Shape;812;p27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813" name="Google Shape;813;p27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85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7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6" h="5977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5" name="Google Shape;815;p27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816" name="Google Shape;816;p27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993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7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8" name="Google Shape;818;p27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819" name="Google Shape;819;p27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7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993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1" name="Google Shape;821;p27"/>
            <p:cNvSpPr/>
            <p:nvPr/>
          </p:nvSpPr>
          <p:spPr>
            <a:xfrm>
              <a:off x="8808043" y="3867180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5926593" y="4695855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7"/>
            <p:cNvGrpSpPr/>
            <p:nvPr/>
          </p:nvGrpSpPr>
          <p:grpSpPr>
            <a:xfrm rot="10800000" flipH="1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824" name="Google Shape;824;p27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7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5977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6" name="Google Shape;826;p27"/>
          <p:cNvGrpSpPr/>
          <p:nvPr/>
        </p:nvGrpSpPr>
        <p:grpSpPr>
          <a:xfrm rot="10800000" flipH="1">
            <a:off x="267595" y="375004"/>
            <a:ext cx="8721721" cy="4631349"/>
            <a:chOff x="343795" y="184707"/>
            <a:chExt cx="8721721" cy="4631349"/>
          </a:xfrm>
        </p:grpSpPr>
        <p:grpSp>
          <p:nvGrpSpPr>
            <p:cNvPr id="827" name="Google Shape;827;p27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828" name="Google Shape;828;p2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7024" fill="none" extrusionOk="0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2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7023" fill="none" extrusionOk="0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2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2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4" name="Google Shape;834;p27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835" name="Google Shape;835;p27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1953" fill="none" extrusionOk="0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7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953" fill="none" extrusionOk="0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7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4378" fill="none" extrusionOk="0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7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839" name="Google Shape;839;p2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7024" fill="none" extrusionOk="0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7023" fill="none" extrusionOk="0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2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2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6" name="Google Shape;846;p28"/>
          <p:cNvGrpSpPr/>
          <p:nvPr/>
        </p:nvGrpSpPr>
        <p:grpSpPr>
          <a:xfrm flipH="1">
            <a:off x="106668" y="2033166"/>
            <a:ext cx="8955356" cy="2939138"/>
            <a:chOff x="106676" y="2033166"/>
            <a:chExt cx="8955356" cy="2939138"/>
          </a:xfrm>
        </p:grpSpPr>
        <p:grpSp>
          <p:nvGrpSpPr>
            <p:cNvPr id="847" name="Google Shape;847;p28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848" name="Google Shape;848;p28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avLst/>
                <a:gdLst/>
                <a:ahLst/>
                <a:cxnLst/>
                <a:rect l="l" t="t" r="r" b="b"/>
                <a:pathLst>
                  <a:path w="7023" h="7024" fill="none" extrusionOk="0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avLst/>
                <a:gdLst/>
                <a:ahLst/>
                <a:cxnLst/>
                <a:rect l="l" t="t" r="r" b="b"/>
                <a:pathLst>
                  <a:path w="7024" h="7023" fill="none" extrusionOk="0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8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28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4" fill="none" extrusionOk="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28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2575" fill="none" extrusionOk="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4" name="Google Shape;854;p28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855" name="Google Shape;855;p28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1953" fill="none" extrusionOk="0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28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avLst/>
                <a:gdLst/>
                <a:ahLst/>
                <a:cxnLst/>
                <a:rect l="l" t="t" r="r" b="b"/>
                <a:pathLst>
                  <a:path w="4377" h="11953" fill="none" extrusionOk="0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8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4378" fill="none" extrusionOk="0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miter lim="1453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58" name="Google Shape;858;p28"/>
          <p:cNvGrpSpPr/>
          <p:nvPr/>
        </p:nvGrpSpPr>
        <p:grpSpPr>
          <a:xfrm flipH="1">
            <a:off x="148789" y="107105"/>
            <a:ext cx="8766908" cy="4928728"/>
            <a:chOff x="253003" y="107105"/>
            <a:chExt cx="8766908" cy="4928728"/>
          </a:xfrm>
        </p:grpSpPr>
        <p:sp>
          <p:nvSpPr>
            <p:cNvPr id="859" name="Google Shape;859;p28"/>
            <p:cNvSpPr/>
            <p:nvPr/>
          </p:nvSpPr>
          <p:spPr>
            <a:xfrm>
              <a:off x="2501493" y="238819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0" name="Google Shape;860;p28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861" name="Google Shape;861;p28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8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7" h="5977" extrusionOk="0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3" name="Google Shape;863;p28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864" name="Google Shape;864;p28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85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8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avLst/>
                <a:gdLst/>
                <a:ahLst/>
                <a:cxnLst/>
                <a:rect l="l" t="t" r="r" b="b"/>
                <a:pathLst>
                  <a:path w="5976" h="5977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" name="Google Shape;866;p28"/>
            <p:cNvGrpSpPr/>
            <p:nvPr/>
          </p:nvGrpSpPr>
          <p:grpSpPr>
            <a:xfrm rot="10800000" flipH="1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867" name="Google Shape;867;p28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avLst/>
                <a:gdLst/>
                <a:ahLst/>
                <a:cxnLst/>
                <a:rect l="l" t="t" r="r" b="b"/>
                <a:pathLst>
                  <a:path w="3985" h="3985" extrusionOk="0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8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993" extrusionOk="0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9" name="Google Shape;869;p28"/>
            <p:cNvSpPr/>
            <p:nvPr/>
          </p:nvSpPr>
          <p:spPr>
            <a:xfrm>
              <a:off x="8685455" y="4817455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7243418" y="107105"/>
              <a:ext cx="126257" cy="126257"/>
            </a:xfrm>
            <a:custGeom>
              <a:avLst/>
              <a:gdLst/>
              <a:ahLst/>
              <a:cxnLst/>
              <a:rect l="l" t="t" r="r" b="b"/>
              <a:pathLst>
                <a:path w="1993" h="1993" extrusionOk="0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1" name="Google Shape;871;p28"/>
            <p:cNvGrpSpPr/>
            <p:nvPr/>
          </p:nvGrpSpPr>
          <p:grpSpPr>
            <a:xfrm>
              <a:off x="487668" y="2812380"/>
              <a:ext cx="278657" cy="278657"/>
              <a:chOff x="7776818" y="107105"/>
              <a:chExt cx="278657" cy="278657"/>
            </a:xfrm>
          </p:grpSpPr>
          <p:sp>
            <p:nvSpPr>
              <p:cNvPr id="872" name="Google Shape;872;p28"/>
              <p:cNvSpPr/>
              <p:nvPr/>
            </p:nvSpPr>
            <p:spPr>
              <a:xfrm>
                <a:off x="7776818" y="107105"/>
                <a:ext cx="126257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993" extrusionOk="0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28"/>
              <p:cNvSpPr/>
              <p:nvPr/>
            </p:nvSpPr>
            <p:spPr>
              <a:xfrm>
                <a:off x="7929218" y="259505"/>
                <a:ext cx="126257" cy="126257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993" extrusionOk="0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sz="3400" b="1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6" r:id="rId3"/>
    <p:sldLayoutId id="2147483673" r:id="rId4"/>
    <p:sldLayoutId id="214748367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business/talent/blog/learning-and-development/skills-on-the-ris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2"/>
          <p:cNvSpPr txBox="1">
            <a:spLocks noGrp="1"/>
          </p:cNvSpPr>
          <p:nvPr>
            <p:ph type="ctrTitle"/>
          </p:nvPr>
        </p:nvSpPr>
        <p:spPr>
          <a:xfrm>
            <a:off x="3034749" y="552310"/>
            <a:ext cx="5950226" cy="14101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Ai-Ment </a:t>
            </a:r>
            <a:br>
              <a:rPr lang="en" dirty="0">
                <a:solidFill>
                  <a:schemeClr val="dk2"/>
                </a:solidFill>
              </a:rPr>
            </a:br>
            <a:r>
              <a:rPr lang="en" sz="2800" dirty="0">
                <a:solidFill>
                  <a:schemeClr val="dk1"/>
                </a:solidFill>
              </a:rPr>
              <a:t>From Campus to Corporate</a:t>
            </a: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885" name="Google Shape;885;p32"/>
          <p:cNvSpPr txBox="1">
            <a:spLocks noGrp="1"/>
          </p:cNvSpPr>
          <p:nvPr>
            <p:ph type="subTitle" idx="1"/>
          </p:nvPr>
        </p:nvSpPr>
        <p:spPr>
          <a:xfrm>
            <a:off x="3977534" y="2344722"/>
            <a:ext cx="4026300" cy="19959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Subject Code   :- 4CP31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Subject Name  :- Project 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By:-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1) Yash Pavar      (22CP024)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2) Ansh Parmar  (22CP031)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3) Divij Rana        (22CP039)</a:t>
            </a:r>
            <a:endParaRPr dirty="0"/>
          </a:p>
        </p:txBody>
      </p:sp>
      <p:grpSp>
        <p:nvGrpSpPr>
          <p:cNvPr id="886" name="Google Shape;886;p32"/>
          <p:cNvGrpSpPr/>
          <p:nvPr/>
        </p:nvGrpSpPr>
        <p:grpSpPr>
          <a:xfrm>
            <a:off x="-406651" y="1828800"/>
            <a:ext cx="3752825" cy="3314699"/>
            <a:chOff x="-339126" y="1321950"/>
            <a:chExt cx="4308167" cy="3821549"/>
          </a:xfrm>
        </p:grpSpPr>
        <p:sp>
          <p:nvSpPr>
            <p:cNvPr id="887" name="Google Shape;887;p32"/>
            <p:cNvSpPr/>
            <p:nvPr/>
          </p:nvSpPr>
          <p:spPr>
            <a:xfrm>
              <a:off x="763003" y="1321950"/>
              <a:ext cx="1128668" cy="1166095"/>
            </a:xfrm>
            <a:custGeom>
              <a:avLst/>
              <a:gdLst/>
              <a:ahLst/>
              <a:cxnLst/>
              <a:rect l="l" t="t" r="r" b="b"/>
              <a:pathLst>
                <a:path w="13058" h="13491" extrusionOk="0">
                  <a:moveTo>
                    <a:pt x="8325" y="1"/>
                  </a:moveTo>
                  <a:cubicBezTo>
                    <a:pt x="7903" y="1"/>
                    <a:pt x="7444" y="107"/>
                    <a:pt x="7096" y="201"/>
                  </a:cubicBezTo>
                  <a:cubicBezTo>
                    <a:pt x="6949" y="241"/>
                    <a:pt x="6823" y="257"/>
                    <a:pt x="6706" y="257"/>
                  </a:cubicBezTo>
                  <a:cubicBezTo>
                    <a:pt x="6395" y="257"/>
                    <a:pt x="6153" y="144"/>
                    <a:pt x="5773" y="70"/>
                  </a:cubicBezTo>
                  <a:cubicBezTo>
                    <a:pt x="5637" y="52"/>
                    <a:pt x="5499" y="43"/>
                    <a:pt x="5362" y="43"/>
                  </a:cubicBezTo>
                  <a:cubicBezTo>
                    <a:pt x="4958" y="43"/>
                    <a:pt x="4553" y="122"/>
                    <a:pt x="4173" y="274"/>
                  </a:cubicBezTo>
                  <a:cubicBezTo>
                    <a:pt x="3505" y="536"/>
                    <a:pt x="3199" y="1204"/>
                    <a:pt x="2865" y="1801"/>
                  </a:cubicBezTo>
                  <a:cubicBezTo>
                    <a:pt x="2065" y="2004"/>
                    <a:pt x="931" y="2019"/>
                    <a:pt x="698" y="3036"/>
                  </a:cubicBezTo>
                  <a:cubicBezTo>
                    <a:pt x="655" y="3240"/>
                    <a:pt x="655" y="3458"/>
                    <a:pt x="597" y="3662"/>
                  </a:cubicBezTo>
                  <a:cubicBezTo>
                    <a:pt x="480" y="3952"/>
                    <a:pt x="349" y="4243"/>
                    <a:pt x="204" y="4519"/>
                  </a:cubicBezTo>
                  <a:cubicBezTo>
                    <a:pt x="0" y="4970"/>
                    <a:pt x="15" y="5494"/>
                    <a:pt x="88" y="5973"/>
                  </a:cubicBezTo>
                  <a:cubicBezTo>
                    <a:pt x="146" y="6293"/>
                    <a:pt x="277" y="6584"/>
                    <a:pt x="480" y="6831"/>
                  </a:cubicBezTo>
                  <a:cubicBezTo>
                    <a:pt x="713" y="7180"/>
                    <a:pt x="873" y="7573"/>
                    <a:pt x="931" y="7994"/>
                  </a:cubicBezTo>
                  <a:cubicBezTo>
                    <a:pt x="1353" y="10873"/>
                    <a:pt x="1992" y="11746"/>
                    <a:pt x="4290" y="13490"/>
                  </a:cubicBezTo>
                  <a:lnTo>
                    <a:pt x="10367" y="9594"/>
                  </a:lnTo>
                  <a:cubicBezTo>
                    <a:pt x="11647" y="8780"/>
                    <a:pt x="12228" y="8125"/>
                    <a:pt x="12461" y="6192"/>
                  </a:cubicBezTo>
                  <a:cubicBezTo>
                    <a:pt x="12635" y="5915"/>
                    <a:pt x="12926" y="4970"/>
                    <a:pt x="12970" y="4621"/>
                  </a:cubicBezTo>
                  <a:cubicBezTo>
                    <a:pt x="13057" y="4025"/>
                    <a:pt x="13014" y="3429"/>
                    <a:pt x="12839" y="2847"/>
                  </a:cubicBezTo>
                  <a:cubicBezTo>
                    <a:pt x="12694" y="2382"/>
                    <a:pt x="12287" y="1931"/>
                    <a:pt x="11894" y="1641"/>
                  </a:cubicBezTo>
                  <a:cubicBezTo>
                    <a:pt x="11356" y="1248"/>
                    <a:pt x="10614" y="1379"/>
                    <a:pt x="10076" y="1030"/>
                  </a:cubicBezTo>
                  <a:cubicBezTo>
                    <a:pt x="9684" y="768"/>
                    <a:pt x="9393" y="303"/>
                    <a:pt x="8957" y="114"/>
                  </a:cubicBezTo>
                  <a:cubicBezTo>
                    <a:pt x="8773" y="32"/>
                    <a:pt x="8554" y="1"/>
                    <a:pt x="83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1038211" y="2064426"/>
              <a:ext cx="545491" cy="1021835"/>
            </a:xfrm>
            <a:custGeom>
              <a:avLst/>
              <a:gdLst/>
              <a:ahLst/>
              <a:cxnLst/>
              <a:rect l="l" t="t" r="r" b="b"/>
              <a:pathLst>
                <a:path w="6311" h="11822" extrusionOk="0">
                  <a:moveTo>
                    <a:pt x="815" y="1"/>
                  </a:moveTo>
                  <a:lnTo>
                    <a:pt x="1" y="9204"/>
                  </a:lnTo>
                  <a:cubicBezTo>
                    <a:pt x="1" y="9975"/>
                    <a:pt x="1106" y="11821"/>
                    <a:pt x="3330" y="11821"/>
                  </a:cubicBezTo>
                  <a:cubicBezTo>
                    <a:pt x="4857" y="11821"/>
                    <a:pt x="6107" y="10411"/>
                    <a:pt x="6311" y="9888"/>
                  </a:cubicBezTo>
                  <a:cubicBezTo>
                    <a:pt x="6107" y="7838"/>
                    <a:pt x="5497" y="1644"/>
                    <a:pt x="5569" y="960"/>
                  </a:cubicBezTo>
                  <a:lnTo>
                    <a:pt x="815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1204079" y="2391150"/>
              <a:ext cx="357063" cy="300448"/>
            </a:xfrm>
            <a:custGeom>
              <a:avLst/>
              <a:gdLst/>
              <a:ahLst/>
              <a:cxnLst/>
              <a:rect l="l" t="t" r="r" b="b"/>
              <a:pathLst>
                <a:path w="4131" h="3476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190" y="3098"/>
                    <a:pt x="4130" y="3476"/>
                  </a:cubicBezTo>
                  <a:lnTo>
                    <a:pt x="3854" y="36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F504C">
                <a:alpha val="226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1011848" y="1629399"/>
              <a:ext cx="891058" cy="939548"/>
            </a:xfrm>
            <a:custGeom>
              <a:avLst/>
              <a:gdLst/>
              <a:ahLst/>
              <a:cxnLst/>
              <a:rect l="l" t="t" r="r" b="b"/>
              <a:pathLst>
                <a:path w="10309" h="10870" extrusionOk="0">
                  <a:moveTo>
                    <a:pt x="5641" y="0"/>
                  </a:moveTo>
                  <a:cubicBezTo>
                    <a:pt x="4373" y="0"/>
                    <a:pt x="3027" y="564"/>
                    <a:pt x="2036" y="1311"/>
                  </a:cubicBezTo>
                  <a:cubicBezTo>
                    <a:pt x="0" y="2809"/>
                    <a:pt x="306" y="7215"/>
                    <a:pt x="2792" y="9410"/>
                  </a:cubicBezTo>
                  <a:cubicBezTo>
                    <a:pt x="3966" y="10453"/>
                    <a:pt x="5249" y="10869"/>
                    <a:pt x="6385" y="10869"/>
                  </a:cubicBezTo>
                  <a:cubicBezTo>
                    <a:pt x="7641" y="10869"/>
                    <a:pt x="8719" y="10361"/>
                    <a:pt x="9277" y="9628"/>
                  </a:cubicBezTo>
                  <a:cubicBezTo>
                    <a:pt x="10309" y="8276"/>
                    <a:pt x="9335" y="6182"/>
                    <a:pt x="9073" y="4656"/>
                  </a:cubicBezTo>
                  <a:cubicBezTo>
                    <a:pt x="8811" y="3216"/>
                    <a:pt x="9291" y="2329"/>
                    <a:pt x="8128" y="1050"/>
                  </a:cubicBezTo>
                  <a:cubicBezTo>
                    <a:pt x="7453" y="301"/>
                    <a:pt x="6568" y="0"/>
                    <a:pt x="5641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940194" y="1508909"/>
              <a:ext cx="878525" cy="697790"/>
            </a:xfrm>
            <a:custGeom>
              <a:avLst/>
              <a:gdLst/>
              <a:ahLst/>
              <a:cxnLst/>
              <a:rect l="l" t="t" r="r" b="b"/>
              <a:pathLst>
                <a:path w="10164" h="8073" extrusionOk="0">
                  <a:moveTo>
                    <a:pt x="6338" y="1"/>
                  </a:moveTo>
                  <a:cubicBezTo>
                    <a:pt x="4977" y="1"/>
                    <a:pt x="3436" y="609"/>
                    <a:pt x="2182" y="1455"/>
                  </a:cubicBezTo>
                  <a:cubicBezTo>
                    <a:pt x="335" y="2691"/>
                    <a:pt x="1" y="4712"/>
                    <a:pt x="1469" y="6340"/>
                  </a:cubicBezTo>
                  <a:cubicBezTo>
                    <a:pt x="1811" y="6739"/>
                    <a:pt x="2041" y="8072"/>
                    <a:pt x="2351" y="8072"/>
                  </a:cubicBezTo>
                  <a:cubicBezTo>
                    <a:pt x="2357" y="8072"/>
                    <a:pt x="2364" y="8072"/>
                    <a:pt x="2371" y="8071"/>
                  </a:cubicBezTo>
                  <a:cubicBezTo>
                    <a:pt x="2923" y="7969"/>
                    <a:pt x="2298" y="5962"/>
                    <a:pt x="3781" y="4901"/>
                  </a:cubicBezTo>
                  <a:cubicBezTo>
                    <a:pt x="4697" y="4639"/>
                    <a:pt x="5104" y="4218"/>
                    <a:pt x="5308" y="3272"/>
                  </a:cubicBezTo>
                  <a:cubicBezTo>
                    <a:pt x="6049" y="3839"/>
                    <a:pt x="6485" y="3854"/>
                    <a:pt x="7169" y="3854"/>
                  </a:cubicBezTo>
                  <a:cubicBezTo>
                    <a:pt x="7688" y="3854"/>
                    <a:pt x="8327" y="4404"/>
                    <a:pt x="9127" y="4404"/>
                  </a:cubicBezTo>
                  <a:cubicBezTo>
                    <a:pt x="9446" y="4404"/>
                    <a:pt x="9791" y="4317"/>
                    <a:pt x="10164" y="4072"/>
                  </a:cubicBezTo>
                  <a:cubicBezTo>
                    <a:pt x="10164" y="4072"/>
                    <a:pt x="9640" y="1339"/>
                    <a:pt x="8056" y="423"/>
                  </a:cubicBezTo>
                  <a:cubicBezTo>
                    <a:pt x="7552" y="129"/>
                    <a:pt x="6964" y="1"/>
                    <a:pt x="6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1686730" y="2038928"/>
              <a:ext cx="90584" cy="208049"/>
            </a:xfrm>
            <a:custGeom>
              <a:avLst/>
              <a:gdLst/>
              <a:ahLst/>
              <a:cxnLst/>
              <a:rect l="l" t="t" r="r" b="b"/>
              <a:pathLst>
                <a:path w="1048" h="2407" extrusionOk="0">
                  <a:moveTo>
                    <a:pt x="154" y="1"/>
                  </a:moveTo>
                  <a:cubicBezTo>
                    <a:pt x="146" y="1"/>
                    <a:pt x="139" y="2"/>
                    <a:pt x="131" y="5"/>
                  </a:cubicBezTo>
                  <a:cubicBezTo>
                    <a:pt x="87" y="19"/>
                    <a:pt x="58" y="77"/>
                    <a:pt x="73" y="121"/>
                  </a:cubicBezTo>
                  <a:cubicBezTo>
                    <a:pt x="218" y="470"/>
                    <a:pt x="378" y="834"/>
                    <a:pt x="553" y="1168"/>
                  </a:cubicBezTo>
                  <a:cubicBezTo>
                    <a:pt x="684" y="1386"/>
                    <a:pt x="771" y="1604"/>
                    <a:pt x="843" y="1837"/>
                  </a:cubicBezTo>
                  <a:cubicBezTo>
                    <a:pt x="800" y="1982"/>
                    <a:pt x="742" y="2128"/>
                    <a:pt x="73" y="2244"/>
                  </a:cubicBezTo>
                  <a:cubicBezTo>
                    <a:pt x="29" y="2244"/>
                    <a:pt x="0" y="2288"/>
                    <a:pt x="0" y="2331"/>
                  </a:cubicBezTo>
                  <a:cubicBezTo>
                    <a:pt x="13" y="2369"/>
                    <a:pt x="47" y="2407"/>
                    <a:pt x="84" y="2407"/>
                  </a:cubicBezTo>
                  <a:cubicBezTo>
                    <a:pt x="90" y="2407"/>
                    <a:pt x="96" y="2406"/>
                    <a:pt x="102" y="2404"/>
                  </a:cubicBezTo>
                  <a:cubicBezTo>
                    <a:pt x="800" y="2273"/>
                    <a:pt x="916" y="2113"/>
                    <a:pt x="1003" y="1909"/>
                  </a:cubicBezTo>
                  <a:cubicBezTo>
                    <a:pt x="1047" y="1779"/>
                    <a:pt x="945" y="1561"/>
                    <a:pt x="713" y="1095"/>
                  </a:cubicBezTo>
                  <a:cubicBezTo>
                    <a:pt x="538" y="761"/>
                    <a:pt x="378" y="412"/>
                    <a:pt x="233" y="63"/>
                  </a:cubicBezTo>
                  <a:cubicBezTo>
                    <a:pt x="221" y="27"/>
                    <a:pt x="189" y="1"/>
                    <a:pt x="154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1527085" y="1962433"/>
              <a:ext cx="65431" cy="94733"/>
            </a:xfrm>
            <a:custGeom>
              <a:avLst/>
              <a:gdLst/>
              <a:ahLst/>
              <a:cxnLst/>
              <a:rect l="l" t="t" r="r" b="b"/>
              <a:pathLst>
                <a:path w="757" h="1096" extrusionOk="0">
                  <a:moveTo>
                    <a:pt x="323" y="0"/>
                  </a:moveTo>
                  <a:cubicBezTo>
                    <a:pt x="312" y="0"/>
                    <a:pt x="302" y="1"/>
                    <a:pt x="291" y="3"/>
                  </a:cubicBezTo>
                  <a:cubicBezTo>
                    <a:pt x="117" y="32"/>
                    <a:pt x="1" y="308"/>
                    <a:pt x="73" y="614"/>
                  </a:cubicBezTo>
                  <a:cubicBezTo>
                    <a:pt x="114" y="887"/>
                    <a:pt x="284" y="1096"/>
                    <a:pt x="449" y="1096"/>
                  </a:cubicBezTo>
                  <a:cubicBezTo>
                    <a:pt x="459" y="1096"/>
                    <a:pt x="470" y="1095"/>
                    <a:pt x="480" y="1093"/>
                  </a:cubicBezTo>
                  <a:cubicBezTo>
                    <a:pt x="655" y="1064"/>
                    <a:pt x="757" y="788"/>
                    <a:pt x="699" y="497"/>
                  </a:cubicBezTo>
                  <a:cubicBezTo>
                    <a:pt x="658" y="210"/>
                    <a:pt x="488" y="0"/>
                    <a:pt x="3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1436588" y="1885246"/>
              <a:ext cx="157225" cy="70012"/>
            </a:xfrm>
            <a:custGeom>
              <a:avLst/>
              <a:gdLst/>
              <a:ahLst/>
              <a:cxnLst/>
              <a:rect l="l" t="t" r="r" b="b"/>
              <a:pathLst>
                <a:path w="1819" h="810" extrusionOk="0">
                  <a:moveTo>
                    <a:pt x="1085" y="1"/>
                  </a:moveTo>
                  <a:cubicBezTo>
                    <a:pt x="995" y="1"/>
                    <a:pt x="895" y="12"/>
                    <a:pt x="786" y="38"/>
                  </a:cubicBezTo>
                  <a:cubicBezTo>
                    <a:pt x="306" y="154"/>
                    <a:pt x="1" y="547"/>
                    <a:pt x="73" y="809"/>
                  </a:cubicBezTo>
                  <a:cubicBezTo>
                    <a:pt x="79" y="809"/>
                    <a:pt x="84" y="809"/>
                    <a:pt x="89" y="809"/>
                  </a:cubicBezTo>
                  <a:cubicBezTo>
                    <a:pt x="290" y="809"/>
                    <a:pt x="276" y="528"/>
                    <a:pt x="815" y="372"/>
                  </a:cubicBezTo>
                  <a:cubicBezTo>
                    <a:pt x="859" y="361"/>
                    <a:pt x="908" y="356"/>
                    <a:pt x="961" y="356"/>
                  </a:cubicBezTo>
                  <a:cubicBezTo>
                    <a:pt x="1192" y="356"/>
                    <a:pt x="1486" y="447"/>
                    <a:pt x="1663" y="447"/>
                  </a:cubicBezTo>
                  <a:cubicBezTo>
                    <a:pt x="1751" y="447"/>
                    <a:pt x="1810" y="425"/>
                    <a:pt x="1818" y="358"/>
                  </a:cubicBezTo>
                  <a:cubicBezTo>
                    <a:pt x="1818" y="358"/>
                    <a:pt x="1598" y="1"/>
                    <a:pt x="1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1736949" y="1956037"/>
              <a:ext cx="52898" cy="78397"/>
            </a:xfrm>
            <a:custGeom>
              <a:avLst/>
              <a:gdLst/>
              <a:ahLst/>
              <a:cxnLst/>
              <a:rect l="l" t="t" r="r" b="b"/>
              <a:pathLst>
                <a:path w="612" h="907" extrusionOk="0">
                  <a:moveTo>
                    <a:pt x="251" y="1"/>
                  </a:moveTo>
                  <a:cubicBezTo>
                    <a:pt x="240" y="1"/>
                    <a:pt x="229" y="2"/>
                    <a:pt x="219" y="4"/>
                  </a:cubicBezTo>
                  <a:cubicBezTo>
                    <a:pt x="73" y="33"/>
                    <a:pt x="1" y="251"/>
                    <a:pt x="44" y="499"/>
                  </a:cubicBezTo>
                  <a:cubicBezTo>
                    <a:pt x="86" y="736"/>
                    <a:pt x="222" y="906"/>
                    <a:pt x="362" y="906"/>
                  </a:cubicBezTo>
                  <a:cubicBezTo>
                    <a:pt x="367" y="906"/>
                    <a:pt x="373" y="906"/>
                    <a:pt x="379" y="906"/>
                  </a:cubicBezTo>
                  <a:cubicBezTo>
                    <a:pt x="524" y="877"/>
                    <a:pt x="611" y="658"/>
                    <a:pt x="568" y="397"/>
                  </a:cubicBezTo>
                  <a:cubicBezTo>
                    <a:pt x="527" y="168"/>
                    <a:pt x="387" y="1"/>
                    <a:pt x="2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1715599" y="1895964"/>
              <a:ext cx="109427" cy="51083"/>
            </a:xfrm>
            <a:custGeom>
              <a:avLst/>
              <a:gdLst/>
              <a:ahLst/>
              <a:cxnLst/>
              <a:rect l="l" t="t" r="r" b="b"/>
              <a:pathLst>
                <a:path w="1266" h="591" extrusionOk="0">
                  <a:moveTo>
                    <a:pt x="593" y="1"/>
                  </a:moveTo>
                  <a:cubicBezTo>
                    <a:pt x="355" y="1"/>
                    <a:pt x="133" y="114"/>
                    <a:pt x="1" y="307"/>
                  </a:cubicBezTo>
                  <a:cubicBezTo>
                    <a:pt x="8" y="356"/>
                    <a:pt x="45" y="374"/>
                    <a:pt x="99" y="374"/>
                  </a:cubicBezTo>
                  <a:cubicBezTo>
                    <a:pt x="230" y="374"/>
                    <a:pt x="463" y="269"/>
                    <a:pt x="628" y="269"/>
                  </a:cubicBezTo>
                  <a:cubicBezTo>
                    <a:pt x="653" y="269"/>
                    <a:pt x="677" y="272"/>
                    <a:pt x="698" y="278"/>
                  </a:cubicBezTo>
                  <a:cubicBezTo>
                    <a:pt x="1041" y="357"/>
                    <a:pt x="1121" y="591"/>
                    <a:pt x="1198" y="591"/>
                  </a:cubicBezTo>
                  <a:cubicBezTo>
                    <a:pt x="1206" y="591"/>
                    <a:pt x="1214" y="588"/>
                    <a:pt x="1222" y="583"/>
                  </a:cubicBezTo>
                  <a:cubicBezTo>
                    <a:pt x="1266" y="408"/>
                    <a:pt x="1077" y="88"/>
                    <a:pt x="742" y="16"/>
                  </a:cubicBezTo>
                  <a:cubicBezTo>
                    <a:pt x="692" y="6"/>
                    <a:pt x="642" y="1"/>
                    <a:pt x="5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1545928" y="2288120"/>
              <a:ext cx="150916" cy="94387"/>
            </a:xfrm>
            <a:custGeom>
              <a:avLst/>
              <a:gdLst/>
              <a:ahLst/>
              <a:cxnLst/>
              <a:rect l="l" t="t" r="r" b="b"/>
              <a:pathLst>
                <a:path w="1746" h="1092" extrusionOk="0">
                  <a:moveTo>
                    <a:pt x="15" y="1"/>
                  </a:moveTo>
                  <a:cubicBezTo>
                    <a:pt x="15" y="1"/>
                    <a:pt x="1" y="1091"/>
                    <a:pt x="597" y="1091"/>
                  </a:cubicBezTo>
                  <a:cubicBezTo>
                    <a:pt x="1178" y="1091"/>
                    <a:pt x="1745" y="582"/>
                    <a:pt x="1745" y="582"/>
                  </a:cubicBezTo>
                  <a:cubicBezTo>
                    <a:pt x="1120" y="524"/>
                    <a:pt x="539" y="321"/>
                    <a:pt x="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896890" y="2032359"/>
              <a:ext cx="214272" cy="269331"/>
            </a:xfrm>
            <a:custGeom>
              <a:avLst/>
              <a:gdLst/>
              <a:ahLst/>
              <a:cxnLst/>
              <a:rect l="l" t="t" r="r" b="b"/>
              <a:pathLst>
                <a:path w="2479" h="3116" extrusionOk="0">
                  <a:moveTo>
                    <a:pt x="1211" y="0"/>
                  </a:moveTo>
                  <a:cubicBezTo>
                    <a:pt x="652" y="0"/>
                    <a:pt x="115" y="414"/>
                    <a:pt x="65" y="1055"/>
                  </a:cubicBezTo>
                  <a:cubicBezTo>
                    <a:pt x="1" y="1651"/>
                    <a:pt x="387" y="3116"/>
                    <a:pt x="1740" y="3116"/>
                  </a:cubicBezTo>
                  <a:cubicBezTo>
                    <a:pt x="1904" y="3116"/>
                    <a:pt x="2082" y="3094"/>
                    <a:pt x="2275" y="3047"/>
                  </a:cubicBezTo>
                  <a:cubicBezTo>
                    <a:pt x="2275" y="3047"/>
                    <a:pt x="2479" y="764"/>
                    <a:pt x="1970" y="299"/>
                  </a:cubicBezTo>
                  <a:cubicBezTo>
                    <a:pt x="1746" y="93"/>
                    <a:pt x="1476" y="0"/>
                    <a:pt x="1211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953332" y="2082318"/>
              <a:ext cx="130258" cy="128010"/>
            </a:xfrm>
            <a:custGeom>
              <a:avLst/>
              <a:gdLst/>
              <a:ahLst/>
              <a:cxnLst/>
              <a:rect l="l" t="t" r="r" b="b"/>
              <a:pathLst>
                <a:path w="1507" h="1481" extrusionOk="0">
                  <a:moveTo>
                    <a:pt x="579" y="0"/>
                  </a:moveTo>
                  <a:cubicBezTo>
                    <a:pt x="385" y="0"/>
                    <a:pt x="195" y="81"/>
                    <a:pt x="67" y="230"/>
                  </a:cubicBezTo>
                  <a:cubicBezTo>
                    <a:pt x="0" y="307"/>
                    <a:pt x="60" y="410"/>
                    <a:pt x="137" y="410"/>
                  </a:cubicBezTo>
                  <a:cubicBezTo>
                    <a:pt x="162" y="410"/>
                    <a:pt x="188" y="400"/>
                    <a:pt x="212" y="375"/>
                  </a:cubicBezTo>
                  <a:cubicBezTo>
                    <a:pt x="302" y="265"/>
                    <a:pt x="433" y="210"/>
                    <a:pt x="573" y="210"/>
                  </a:cubicBezTo>
                  <a:cubicBezTo>
                    <a:pt x="636" y="210"/>
                    <a:pt x="701" y="222"/>
                    <a:pt x="765" y="244"/>
                  </a:cubicBezTo>
                  <a:cubicBezTo>
                    <a:pt x="1070" y="390"/>
                    <a:pt x="1288" y="870"/>
                    <a:pt x="1259" y="1364"/>
                  </a:cubicBezTo>
                  <a:cubicBezTo>
                    <a:pt x="1259" y="1422"/>
                    <a:pt x="1288" y="1466"/>
                    <a:pt x="1346" y="1480"/>
                  </a:cubicBezTo>
                  <a:lnTo>
                    <a:pt x="1375" y="1480"/>
                  </a:lnTo>
                  <a:cubicBezTo>
                    <a:pt x="1419" y="1466"/>
                    <a:pt x="1462" y="1422"/>
                    <a:pt x="1462" y="1378"/>
                  </a:cubicBezTo>
                  <a:cubicBezTo>
                    <a:pt x="1506" y="797"/>
                    <a:pt x="1244" y="230"/>
                    <a:pt x="852" y="55"/>
                  </a:cubicBezTo>
                  <a:cubicBezTo>
                    <a:pt x="764" y="18"/>
                    <a:pt x="671" y="0"/>
                    <a:pt x="579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3006242" y="2817361"/>
              <a:ext cx="962799" cy="365620"/>
            </a:xfrm>
            <a:custGeom>
              <a:avLst/>
              <a:gdLst/>
              <a:ahLst/>
              <a:cxnLst/>
              <a:rect l="l" t="t" r="r" b="b"/>
              <a:pathLst>
                <a:path w="11139" h="4230" extrusionOk="0">
                  <a:moveTo>
                    <a:pt x="6813" y="1"/>
                  </a:moveTo>
                  <a:cubicBezTo>
                    <a:pt x="6554" y="1"/>
                    <a:pt x="6247" y="57"/>
                    <a:pt x="6151" y="72"/>
                  </a:cubicBezTo>
                  <a:cubicBezTo>
                    <a:pt x="5911" y="104"/>
                    <a:pt x="5671" y="121"/>
                    <a:pt x="5432" y="121"/>
                  </a:cubicBezTo>
                  <a:cubicBezTo>
                    <a:pt x="5352" y="121"/>
                    <a:pt x="5272" y="119"/>
                    <a:pt x="5192" y="115"/>
                  </a:cubicBezTo>
                  <a:cubicBezTo>
                    <a:pt x="3607" y="115"/>
                    <a:pt x="2691" y="464"/>
                    <a:pt x="2400" y="610"/>
                  </a:cubicBezTo>
                  <a:cubicBezTo>
                    <a:pt x="859" y="813"/>
                    <a:pt x="350" y="1685"/>
                    <a:pt x="1" y="2660"/>
                  </a:cubicBezTo>
                  <a:lnTo>
                    <a:pt x="3185" y="4230"/>
                  </a:lnTo>
                  <a:cubicBezTo>
                    <a:pt x="3243" y="3837"/>
                    <a:pt x="3520" y="3169"/>
                    <a:pt x="3912" y="2936"/>
                  </a:cubicBezTo>
                  <a:cubicBezTo>
                    <a:pt x="4188" y="2761"/>
                    <a:pt x="4668" y="2776"/>
                    <a:pt x="4988" y="2747"/>
                  </a:cubicBezTo>
                  <a:cubicBezTo>
                    <a:pt x="6006" y="2660"/>
                    <a:pt x="7009" y="2572"/>
                    <a:pt x="8027" y="2514"/>
                  </a:cubicBezTo>
                  <a:cubicBezTo>
                    <a:pt x="8797" y="2514"/>
                    <a:pt x="9568" y="2398"/>
                    <a:pt x="10310" y="2209"/>
                  </a:cubicBezTo>
                  <a:cubicBezTo>
                    <a:pt x="10324" y="2122"/>
                    <a:pt x="10324" y="2034"/>
                    <a:pt x="10324" y="1947"/>
                  </a:cubicBezTo>
                  <a:cubicBezTo>
                    <a:pt x="10789" y="1933"/>
                    <a:pt x="11138" y="1555"/>
                    <a:pt x="10673" y="1177"/>
                  </a:cubicBezTo>
                  <a:cubicBezTo>
                    <a:pt x="10602" y="1125"/>
                    <a:pt x="10494" y="1111"/>
                    <a:pt x="10395" y="1111"/>
                  </a:cubicBezTo>
                  <a:cubicBezTo>
                    <a:pt x="10272" y="1111"/>
                    <a:pt x="10164" y="1133"/>
                    <a:pt x="10164" y="1133"/>
                  </a:cubicBezTo>
                  <a:cubicBezTo>
                    <a:pt x="10052" y="734"/>
                    <a:pt x="9600" y="666"/>
                    <a:pt x="9246" y="666"/>
                  </a:cubicBezTo>
                  <a:cubicBezTo>
                    <a:pt x="9098" y="666"/>
                    <a:pt x="8966" y="678"/>
                    <a:pt x="8885" y="682"/>
                  </a:cubicBezTo>
                  <a:cubicBezTo>
                    <a:pt x="8056" y="726"/>
                    <a:pt x="7213" y="799"/>
                    <a:pt x="6369" y="799"/>
                  </a:cubicBezTo>
                  <a:cubicBezTo>
                    <a:pt x="6602" y="755"/>
                    <a:pt x="7082" y="551"/>
                    <a:pt x="7198" y="246"/>
                  </a:cubicBezTo>
                  <a:cubicBezTo>
                    <a:pt x="7270" y="53"/>
                    <a:pt x="7064" y="1"/>
                    <a:pt x="681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3536605" y="2912698"/>
              <a:ext cx="348247" cy="3890"/>
            </a:xfrm>
            <a:custGeom>
              <a:avLst/>
              <a:gdLst/>
              <a:ahLst/>
              <a:cxnLst/>
              <a:rect l="l" t="t" r="r" b="b"/>
              <a:pathLst>
                <a:path w="4029" h="45" fill="none" extrusionOk="0">
                  <a:moveTo>
                    <a:pt x="4028" y="30"/>
                  </a:moveTo>
                  <a:cubicBezTo>
                    <a:pt x="3708" y="15"/>
                    <a:pt x="2923" y="1"/>
                    <a:pt x="1789" y="45"/>
                  </a:cubicBezTo>
                  <a:cubicBezTo>
                    <a:pt x="1556" y="45"/>
                    <a:pt x="233" y="15"/>
                    <a:pt x="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3529085" y="2974326"/>
              <a:ext cx="238820" cy="54108"/>
            </a:xfrm>
            <a:custGeom>
              <a:avLst/>
              <a:gdLst/>
              <a:ahLst/>
              <a:cxnLst/>
              <a:rect l="l" t="t" r="r" b="b"/>
              <a:pathLst>
                <a:path w="2763" h="626" fill="none" extrusionOk="0">
                  <a:moveTo>
                    <a:pt x="0" y="0"/>
                  </a:moveTo>
                  <a:cubicBezTo>
                    <a:pt x="640" y="0"/>
                    <a:pt x="727" y="59"/>
                    <a:pt x="1164" y="59"/>
                  </a:cubicBezTo>
                  <a:cubicBezTo>
                    <a:pt x="1454" y="59"/>
                    <a:pt x="1760" y="59"/>
                    <a:pt x="2051" y="73"/>
                  </a:cubicBezTo>
                  <a:cubicBezTo>
                    <a:pt x="2240" y="73"/>
                    <a:pt x="2487" y="59"/>
                    <a:pt x="2618" y="204"/>
                  </a:cubicBezTo>
                  <a:cubicBezTo>
                    <a:pt x="2734" y="320"/>
                    <a:pt x="2763" y="509"/>
                    <a:pt x="2647" y="62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3531592" y="2939147"/>
              <a:ext cx="367089" cy="47799"/>
            </a:xfrm>
            <a:custGeom>
              <a:avLst/>
              <a:gdLst/>
              <a:ahLst/>
              <a:cxnLst/>
              <a:rect l="l" t="t" r="r" b="b"/>
              <a:pathLst>
                <a:path w="4247" h="553" fill="none" extrusionOk="0">
                  <a:moveTo>
                    <a:pt x="4246" y="553"/>
                  </a:moveTo>
                  <a:cubicBezTo>
                    <a:pt x="4246" y="480"/>
                    <a:pt x="4232" y="422"/>
                    <a:pt x="4217" y="364"/>
                  </a:cubicBezTo>
                  <a:cubicBezTo>
                    <a:pt x="4086" y="131"/>
                    <a:pt x="3737" y="146"/>
                    <a:pt x="3534" y="131"/>
                  </a:cubicBezTo>
                  <a:cubicBezTo>
                    <a:pt x="2632" y="102"/>
                    <a:pt x="2167" y="117"/>
                    <a:pt x="1280" y="117"/>
                  </a:cubicBezTo>
                  <a:cubicBezTo>
                    <a:pt x="844" y="102"/>
                    <a:pt x="422" y="73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3399606" y="2876309"/>
              <a:ext cx="157225" cy="10113"/>
            </a:xfrm>
            <a:custGeom>
              <a:avLst/>
              <a:gdLst/>
              <a:ahLst/>
              <a:cxnLst/>
              <a:rect l="l" t="t" r="r" b="b"/>
              <a:pathLst>
                <a:path w="1819" h="117" fill="none" extrusionOk="0">
                  <a:moveTo>
                    <a:pt x="1818" y="117"/>
                  </a:moveTo>
                  <a:cubicBezTo>
                    <a:pt x="1702" y="117"/>
                    <a:pt x="1571" y="117"/>
                    <a:pt x="1455" y="102"/>
                  </a:cubicBezTo>
                  <a:cubicBezTo>
                    <a:pt x="1266" y="102"/>
                    <a:pt x="626" y="44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-339126" y="2864986"/>
              <a:ext cx="1034368" cy="2277303"/>
            </a:xfrm>
            <a:custGeom>
              <a:avLst/>
              <a:gdLst/>
              <a:ahLst/>
              <a:cxnLst/>
              <a:rect l="l" t="t" r="r" b="b"/>
              <a:pathLst>
                <a:path w="11967" h="26347" extrusionOk="0">
                  <a:moveTo>
                    <a:pt x="11879" y="0"/>
                  </a:moveTo>
                  <a:cubicBezTo>
                    <a:pt x="5976" y="1789"/>
                    <a:pt x="2196" y="15311"/>
                    <a:pt x="2196" y="15311"/>
                  </a:cubicBezTo>
                  <a:lnTo>
                    <a:pt x="0" y="26346"/>
                  </a:lnTo>
                  <a:lnTo>
                    <a:pt x="5525" y="26346"/>
                  </a:lnTo>
                  <a:cubicBezTo>
                    <a:pt x="5525" y="26346"/>
                    <a:pt x="7415" y="17666"/>
                    <a:pt x="7793" y="16503"/>
                  </a:cubicBezTo>
                  <a:cubicBezTo>
                    <a:pt x="8171" y="15340"/>
                    <a:pt x="11966" y="8026"/>
                    <a:pt x="11966" y="8026"/>
                  </a:cubicBezTo>
                  <a:lnTo>
                    <a:pt x="1187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1922956" y="2842340"/>
              <a:ext cx="1411397" cy="1472593"/>
            </a:xfrm>
            <a:custGeom>
              <a:avLst/>
              <a:gdLst/>
              <a:ahLst/>
              <a:cxnLst/>
              <a:rect l="l" t="t" r="r" b="b"/>
              <a:pathLst>
                <a:path w="16329" h="17037" extrusionOk="0">
                  <a:moveTo>
                    <a:pt x="1" y="1"/>
                  </a:moveTo>
                  <a:lnTo>
                    <a:pt x="1" y="8128"/>
                  </a:lnTo>
                  <a:cubicBezTo>
                    <a:pt x="1" y="8128"/>
                    <a:pt x="3916" y="17036"/>
                    <a:pt x="8270" y="17036"/>
                  </a:cubicBezTo>
                  <a:cubicBezTo>
                    <a:pt x="8527" y="17036"/>
                    <a:pt x="8785" y="17005"/>
                    <a:pt x="9044" y="16940"/>
                  </a:cubicBezTo>
                  <a:cubicBezTo>
                    <a:pt x="13450" y="15849"/>
                    <a:pt x="16329" y="3432"/>
                    <a:pt x="16329" y="3432"/>
                  </a:cubicBezTo>
                  <a:lnTo>
                    <a:pt x="12229" y="2007"/>
                  </a:lnTo>
                  <a:cubicBezTo>
                    <a:pt x="11313" y="4174"/>
                    <a:pt x="8521" y="10353"/>
                    <a:pt x="8521" y="10353"/>
                  </a:cubicBezTo>
                  <a:cubicBezTo>
                    <a:pt x="8521" y="10353"/>
                    <a:pt x="4624" y="84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-107913" y="2842340"/>
              <a:ext cx="2761166" cy="2301159"/>
            </a:xfrm>
            <a:custGeom>
              <a:avLst/>
              <a:gdLst/>
              <a:ahLst/>
              <a:cxnLst/>
              <a:rect l="l" t="t" r="r" b="b"/>
              <a:pathLst>
                <a:path w="31945" h="26623" extrusionOk="0">
                  <a:moveTo>
                    <a:pt x="13144" y="1"/>
                  </a:moveTo>
                  <a:lnTo>
                    <a:pt x="9204" y="262"/>
                  </a:lnTo>
                  <a:cubicBezTo>
                    <a:pt x="4551" y="1687"/>
                    <a:pt x="1207" y="10411"/>
                    <a:pt x="0" y="14017"/>
                  </a:cubicBezTo>
                  <a:cubicBezTo>
                    <a:pt x="1658" y="16780"/>
                    <a:pt x="5118" y="16780"/>
                    <a:pt x="5118" y="16780"/>
                  </a:cubicBezTo>
                  <a:cubicBezTo>
                    <a:pt x="5293" y="16213"/>
                    <a:pt x="6267" y="14250"/>
                    <a:pt x="7212" y="12359"/>
                  </a:cubicBezTo>
                  <a:lnTo>
                    <a:pt x="7212" y="12359"/>
                  </a:lnTo>
                  <a:lnTo>
                    <a:pt x="5555" y="26623"/>
                  </a:lnTo>
                  <a:lnTo>
                    <a:pt x="26448" y="26623"/>
                  </a:lnTo>
                  <a:lnTo>
                    <a:pt x="26128" y="12767"/>
                  </a:lnTo>
                  <a:lnTo>
                    <a:pt x="26128" y="12767"/>
                  </a:lnTo>
                  <a:cubicBezTo>
                    <a:pt x="26841" y="13843"/>
                    <a:pt x="27699" y="14817"/>
                    <a:pt x="28673" y="15675"/>
                  </a:cubicBezTo>
                  <a:cubicBezTo>
                    <a:pt x="28673" y="15675"/>
                    <a:pt x="31203" y="13915"/>
                    <a:pt x="31944" y="10208"/>
                  </a:cubicBezTo>
                  <a:cubicBezTo>
                    <a:pt x="31421" y="8972"/>
                    <a:pt x="27771" y="786"/>
                    <a:pt x="23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599641" y="4556518"/>
              <a:ext cx="1564733" cy="585770"/>
            </a:xfrm>
            <a:custGeom>
              <a:avLst/>
              <a:gdLst/>
              <a:ahLst/>
              <a:cxnLst/>
              <a:rect l="l" t="t" r="r" b="b"/>
              <a:pathLst>
                <a:path w="18103" h="6777" extrusionOk="0">
                  <a:moveTo>
                    <a:pt x="4551" y="1"/>
                  </a:moveTo>
                  <a:cubicBezTo>
                    <a:pt x="4493" y="1193"/>
                    <a:pt x="3984" y="2327"/>
                    <a:pt x="3155" y="3185"/>
                  </a:cubicBezTo>
                  <a:cubicBezTo>
                    <a:pt x="2254" y="4116"/>
                    <a:pt x="306" y="4494"/>
                    <a:pt x="306" y="4494"/>
                  </a:cubicBezTo>
                  <a:lnTo>
                    <a:pt x="0" y="6776"/>
                  </a:lnTo>
                  <a:lnTo>
                    <a:pt x="18102" y="6776"/>
                  </a:lnTo>
                  <a:lnTo>
                    <a:pt x="18015" y="4610"/>
                  </a:lnTo>
                  <a:cubicBezTo>
                    <a:pt x="18015" y="4610"/>
                    <a:pt x="16605" y="4014"/>
                    <a:pt x="15718" y="2894"/>
                  </a:cubicBezTo>
                  <a:cubicBezTo>
                    <a:pt x="14787" y="1717"/>
                    <a:pt x="14947" y="1"/>
                    <a:pt x="149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1010552" y="2842340"/>
              <a:ext cx="610923" cy="390946"/>
            </a:xfrm>
            <a:custGeom>
              <a:avLst/>
              <a:gdLst/>
              <a:ahLst/>
              <a:cxnLst/>
              <a:rect l="l" t="t" r="r" b="b"/>
              <a:pathLst>
                <a:path w="7068" h="4523" extrusionOk="0">
                  <a:moveTo>
                    <a:pt x="1" y="1"/>
                  </a:moveTo>
                  <a:cubicBezTo>
                    <a:pt x="1" y="1"/>
                    <a:pt x="321" y="4523"/>
                    <a:pt x="4464" y="4523"/>
                  </a:cubicBezTo>
                  <a:cubicBezTo>
                    <a:pt x="6442" y="4523"/>
                    <a:pt x="7067" y="2996"/>
                    <a:pt x="7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1010550" y="2822949"/>
              <a:ext cx="610923" cy="269346"/>
            </a:xfrm>
            <a:custGeom>
              <a:avLst/>
              <a:gdLst/>
              <a:ahLst/>
              <a:cxnLst/>
              <a:rect l="l" t="t" r="r" b="b"/>
              <a:pathLst>
                <a:path w="7068" h="2892" extrusionOk="0">
                  <a:moveTo>
                    <a:pt x="1" y="1"/>
                  </a:moveTo>
                  <a:cubicBezTo>
                    <a:pt x="654" y="2029"/>
                    <a:pt x="2245" y="2891"/>
                    <a:pt x="3752" y="2891"/>
                  </a:cubicBezTo>
                  <a:cubicBezTo>
                    <a:pt x="5463" y="2891"/>
                    <a:pt x="7067" y="1779"/>
                    <a:pt x="7067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519170" y="3401574"/>
              <a:ext cx="27746" cy="486456"/>
            </a:xfrm>
            <a:custGeom>
              <a:avLst/>
              <a:gdLst/>
              <a:ahLst/>
              <a:cxnLst/>
              <a:rect l="l" t="t" r="r" b="b"/>
              <a:pathLst>
                <a:path w="321" h="5628" fill="none" extrusionOk="0">
                  <a:moveTo>
                    <a:pt x="1" y="5628"/>
                  </a:moveTo>
                  <a:cubicBezTo>
                    <a:pt x="117" y="3141"/>
                    <a:pt x="321" y="1"/>
                    <a:pt x="321" y="1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2124003" y="3379015"/>
              <a:ext cx="22732" cy="534168"/>
            </a:xfrm>
            <a:custGeom>
              <a:avLst/>
              <a:gdLst/>
              <a:ahLst/>
              <a:cxnLst/>
              <a:rect l="l" t="t" r="r" b="b"/>
              <a:pathLst>
                <a:path w="263" h="6180" fill="none" extrusionOk="0">
                  <a:moveTo>
                    <a:pt x="263" y="6180"/>
                  </a:moveTo>
                  <a:cubicBezTo>
                    <a:pt x="263" y="3402"/>
                    <a:pt x="1" y="0"/>
                    <a:pt x="1" y="0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1396396" y="3233199"/>
              <a:ext cx="109427" cy="1893964"/>
            </a:xfrm>
            <a:custGeom>
              <a:avLst/>
              <a:gdLst/>
              <a:ahLst/>
              <a:cxnLst/>
              <a:rect l="l" t="t" r="r" b="b"/>
              <a:pathLst>
                <a:path w="1266" h="21912" fill="none" extrusionOk="0">
                  <a:moveTo>
                    <a:pt x="0" y="1"/>
                  </a:moveTo>
                  <a:cubicBezTo>
                    <a:pt x="1265" y="8216"/>
                    <a:pt x="655" y="21912"/>
                    <a:pt x="655" y="21912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2"/>
            <p:cNvSpPr/>
            <p:nvPr/>
          </p:nvSpPr>
          <p:spPr>
            <a:xfrm>
              <a:off x="2571476" y="3737115"/>
              <a:ext cx="87991" cy="362076"/>
            </a:xfrm>
            <a:custGeom>
              <a:avLst/>
              <a:gdLst/>
              <a:ahLst/>
              <a:cxnLst/>
              <a:rect l="l" t="t" r="r" b="b"/>
              <a:pathLst>
                <a:path w="1018" h="4189" fill="none" extrusionOk="0">
                  <a:moveTo>
                    <a:pt x="1018" y="1"/>
                  </a:moveTo>
                  <a:cubicBezTo>
                    <a:pt x="276" y="1818"/>
                    <a:pt x="0" y="4188"/>
                    <a:pt x="0" y="4188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1395100" y="2782009"/>
              <a:ext cx="423618" cy="620949"/>
            </a:xfrm>
            <a:custGeom>
              <a:avLst/>
              <a:gdLst/>
              <a:ahLst/>
              <a:cxnLst/>
              <a:rect l="l" t="t" r="r" b="b"/>
              <a:pathLst>
                <a:path w="4901" h="7184" extrusionOk="0">
                  <a:moveTo>
                    <a:pt x="2022" y="1"/>
                  </a:moveTo>
                  <a:lnTo>
                    <a:pt x="2022" y="1"/>
                  </a:lnTo>
                  <a:cubicBezTo>
                    <a:pt x="2385" y="3025"/>
                    <a:pt x="59" y="4319"/>
                    <a:pt x="30" y="5221"/>
                  </a:cubicBezTo>
                  <a:cubicBezTo>
                    <a:pt x="1" y="6122"/>
                    <a:pt x="1339" y="7183"/>
                    <a:pt x="1339" y="7183"/>
                  </a:cubicBezTo>
                  <a:cubicBezTo>
                    <a:pt x="4901" y="4130"/>
                    <a:pt x="3520" y="364"/>
                    <a:pt x="20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842177" y="2782009"/>
              <a:ext cx="558111" cy="620949"/>
            </a:xfrm>
            <a:custGeom>
              <a:avLst/>
              <a:gdLst/>
              <a:ahLst/>
              <a:cxnLst/>
              <a:rect l="l" t="t" r="r" b="b"/>
              <a:pathLst>
                <a:path w="6457" h="7184" extrusionOk="0">
                  <a:moveTo>
                    <a:pt x="2356" y="1"/>
                  </a:moveTo>
                  <a:lnTo>
                    <a:pt x="2356" y="1"/>
                  </a:lnTo>
                  <a:cubicBezTo>
                    <a:pt x="858" y="364"/>
                    <a:pt x="0" y="3839"/>
                    <a:pt x="5118" y="7183"/>
                  </a:cubicBezTo>
                  <a:cubicBezTo>
                    <a:pt x="5118" y="7183"/>
                    <a:pt x="6456" y="6122"/>
                    <a:pt x="6427" y="5221"/>
                  </a:cubicBezTo>
                  <a:cubicBezTo>
                    <a:pt x="6383" y="4319"/>
                    <a:pt x="2196" y="3214"/>
                    <a:pt x="2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3183520" y="1514008"/>
              <a:ext cx="580670" cy="1177590"/>
            </a:xfrm>
            <a:custGeom>
              <a:avLst/>
              <a:gdLst/>
              <a:ahLst/>
              <a:cxnLst/>
              <a:rect l="l" t="t" r="r" b="b"/>
              <a:pathLst>
                <a:path w="6718" h="13624" extrusionOk="0">
                  <a:moveTo>
                    <a:pt x="858" y="0"/>
                  </a:moveTo>
                  <a:cubicBezTo>
                    <a:pt x="393" y="0"/>
                    <a:pt x="0" y="378"/>
                    <a:pt x="0" y="858"/>
                  </a:cubicBezTo>
                  <a:lnTo>
                    <a:pt x="0" y="12766"/>
                  </a:lnTo>
                  <a:cubicBezTo>
                    <a:pt x="0" y="13246"/>
                    <a:pt x="393" y="13624"/>
                    <a:pt x="858" y="13624"/>
                  </a:cubicBezTo>
                  <a:lnTo>
                    <a:pt x="5860" y="13624"/>
                  </a:lnTo>
                  <a:cubicBezTo>
                    <a:pt x="6339" y="13624"/>
                    <a:pt x="6717" y="13246"/>
                    <a:pt x="6717" y="12766"/>
                  </a:cubicBezTo>
                  <a:lnTo>
                    <a:pt x="6717" y="858"/>
                  </a:lnTo>
                  <a:cubicBezTo>
                    <a:pt x="6717" y="378"/>
                    <a:pt x="6339" y="0"/>
                    <a:pt x="5860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3218698" y="1555411"/>
              <a:ext cx="510312" cy="1095996"/>
            </a:xfrm>
            <a:custGeom>
              <a:avLst/>
              <a:gdLst/>
              <a:ahLst/>
              <a:cxnLst/>
              <a:rect l="l" t="t" r="r" b="b"/>
              <a:pathLst>
                <a:path w="5904" h="12680" extrusionOk="0">
                  <a:moveTo>
                    <a:pt x="785" y="1"/>
                  </a:moveTo>
                  <a:cubicBezTo>
                    <a:pt x="349" y="1"/>
                    <a:pt x="0" y="350"/>
                    <a:pt x="0" y="772"/>
                  </a:cubicBezTo>
                  <a:lnTo>
                    <a:pt x="0" y="11894"/>
                  </a:lnTo>
                  <a:cubicBezTo>
                    <a:pt x="0" y="12331"/>
                    <a:pt x="349" y="12680"/>
                    <a:pt x="785" y="12680"/>
                  </a:cubicBezTo>
                  <a:lnTo>
                    <a:pt x="5133" y="12680"/>
                  </a:lnTo>
                  <a:cubicBezTo>
                    <a:pt x="5569" y="12680"/>
                    <a:pt x="5903" y="12331"/>
                    <a:pt x="5903" y="11894"/>
                  </a:cubicBezTo>
                  <a:lnTo>
                    <a:pt x="5903" y="772"/>
                  </a:lnTo>
                  <a:cubicBezTo>
                    <a:pt x="5903" y="350"/>
                    <a:pt x="5569" y="1"/>
                    <a:pt x="5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3466247" y="1522738"/>
              <a:ext cx="25239" cy="19016"/>
            </a:xfrm>
            <a:custGeom>
              <a:avLst/>
              <a:gdLst/>
              <a:ahLst/>
              <a:cxnLst/>
              <a:rect l="l" t="t" r="r" b="b"/>
              <a:pathLst>
                <a:path w="292" h="220" extrusionOk="0">
                  <a:moveTo>
                    <a:pt x="117" y="1"/>
                  </a:moveTo>
                  <a:cubicBezTo>
                    <a:pt x="59" y="1"/>
                    <a:pt x="0" y="45"/>
                    <a:pt x="0" y="103"/>
                  </a:cubicBezTo>
                  <a:cubicBezTo>
                    <a:pt x="0" y="175"/>
                    <a:pt x="59" y="219"/>
                    <a:pt x="117" y="219"/>
                  </a:cubicBezTo>
                  <a:lnTo>
                    <a:pt x="175" y="219"/>
                  </a:lnTo>
                  <a:cubicBezTo>
                    <a:pt x="233" y="219"/>
                    <a:pt x="291" y="175"/>
                    <a:pt x="291" y="103"/>
                  </a:cubicBezTo>
                  <a:cubicBezTo>
                    <a:pt x="291" y="45"/>
                    <a:pt x="233" y="1"/>
                    <a:pt x="1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3218698" y="1705029"/>
              <a:ext cx="511522" cy="506509"/>
            </a:xfrm>
            <a:custGeom>
              <a:avLst/>
              <a:gdLst/>
              <a:ahLst/>
              <a:cxnLst/>
              <a:rect l="l" t="t" r="r" b="b"/>
              <a:pathLst>
                <a:path w="5918" h="5860" extrusionOk="0">
                  <a:moveTo>
                    <a:pt x="0" y="0"/>
                  </a:moveTo>
                  <a:lnTo>
                    <a:pt x="0" y="2356"/>
                  </a:lnTo>
                  <a:lnTo>
                    <a:pt x="5918" y="5860"/>
                  </a:lnTo>
                  <a:lnTo>
                    <a:pt x="5918" y="34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3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3218698" y="2050596"/>
              <a:ext cx="511522" cy="506596"/>
            </a:xfrm>
            <a:custGeom>
              <a:avLst/>
              <a:gdLst/>
              <a:ahLst/>
              <a:cxnLst/>
              <a:rect l="l" t="t" r="r" b="b"/>
              <a:pathLst>
                <a:path w="5918" h="5861" extrusionOk="0">
                  <a:moveTo>
                    <a:pt x="0" y="1"/>
                  </a:moveTo>
                  <a:lnTo>
                    <a:pt x="0" y="2356"/>
                  </a:lnTo>
                  <a:lnTo>
                    <a:pt x="5918" y="5860"/>
                  </a:lnTo>
                  <a:lnTo>
                    <a:pt x="5918" y="34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23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A2AC3371-26EE-0F99-7528-87CA273D2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FE625CD6-0A84-D8B7-54B9-89BD92716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Definition &amp; Objectives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EAF995E9-399D-53DC-6482-AFDF62A3568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60173" y="2020957"/>
            <a:ext cx="7394713" cy="2630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Helps to know latest trend ongoing in corporate sector.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Helps to improve skills related to the request by taking online quiz.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Helps to track progress 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Helps to build RESUME.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Helps to build COVER LETTER.</a:t>
            </a:r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/>
              <a:t>Helps to Test RESUME &amp; provide SUGGESTIONS.</a:t>
            </a:r>
            <a:endParaRPr lang="en-US" sz="1600" dirty="0"/>
          </a:p>
          <a:p>
            <a:pPr marL="285750" lvl="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600" dirty="0"/>
          </a:p>
        </p:txBody>
      </p:sp>
      <p:sp>
        <p:nvSpPr>
          <p:cNvPr id="2" name="Google Shape;1599;p55">
            <a:extLst>
              <a:ext uri="{FF2B5EF4-FFF2-40B4-BE49-F238E27FC236}">
                <a16:creationId xmlns:a16="http://schemas.microsoft.com/office/drawing/2014/main" id="{A45FCC13-597E-D4A6-32C6-4B282E1C2B1A}"/>
              </a:ext>
            </a:extLst>
          </p:cNvPr>
          <p:cNvSpPr txBox="1">
            <a:spLocks/>
          </p:cNvSpPr>
          <p:nvPr/>
        </p:nvSpPr>
        <p:spPr>
          <a:xfrm>
            <a:off x="1060173" y="1090449"/>
            <a:ext cx="739471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14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 Vietnam Pro"/>
              <a:buNone/>
              <a:defRPr sz="2800" b="0" i="0" u="none" strike="noStrike" cap="none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Smart Career Development and Resume Optimization Platform</a:t>
            </a:r>
          </a:p>
        </p:txBody>
      </p:sp>
    </p:spTree>
    <p:extLst>
      <p:ext uri="{BB962C8B-B14F-4D97-AF65-F5344CB8AC3E}">
        <p14:creationId xmlns:p14="http://schemas.microsoft.com/office/powerpoint/2010/main" val="25496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D10CE189-2C12-DC19-EC4A-14E6121F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F4CDB776-6337-74B1-E7DC-D6E7DDD36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Work done till mid 1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51E3C448-81FA-8E97-893F-8FAF688C125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06556" y="1106556"/>
            <a:ext cx="7394713" cy="332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Sign-In / Sign-Up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Landing Page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Industry Insight Form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Dashboard of Industry Insight</a:t>
            </a:r>
          </a:p>
        </p:txBody>
      </p:sp>
    </p:spTree>
    <p:extLst>
      <p:ext uri="{BB962C8B-B14F-4D97-AF65-F5344CB8AC3E}">
        <p14:creationId xmlns:p14="http://schemas.microsoft.com/office/powerpoint/2010/main" val="85095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A646C834-C395-9F0C-9FD7-68440559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DE1FD53F-D79F-CF84-7BBB-8113DD49F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Comments received in mid 1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8B4108B0-E588-6C45-F48C-9F36D50245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06556" y="1106556"/>
            <a:ext cx="7394713" cy="332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Speed up the work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Improve System Design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Add Admin Panel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Construct all the diagrams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Improve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53159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7EE0F322-6227-977F-A336-41C64C30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A4CE573B-109B-05CE-E12E-D5B87EFD9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Implementation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FD9C2468-9F65-8087-6A79-AEDACADFEF4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06556" y="1106556"/>
            <a:ext cx="7394713" cy="332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Interview Preparation - Dashboard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Interview Preparation – Quiz generator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Resume Form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Markdown of Resume &amp; download it in pdf format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Cover Letter Form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Markdown of Cover Letter</a:t>
            </a:r>
          </a:p>
        </p:txBody>
      </p:sp>
    </p:spTree>
    <p:extLst>
      <p:ext uri="{BB962C8B-B14F-4D97-AF65-F5344CB8AC3E}">
        <p14:creationId xmlns:p14="http://schemas.microsoft.com/office/powerpoint/2010/main" val="69635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95B6C675-B875-3590-4A18-AAD52E76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6495623D-2287-BE55-EDB9-36EC956F8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Future work 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7D1DBC07-B0FB-DA7E-734F-CF67787098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06556" y="1106556"/>
            <a:ext cx="7394713" cy="332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Admin Panel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Feedback and Support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Update Profile of industry insight in its form</a:t>
            </a:r>
          </a:p>
        </p:txBody>
      </p:sp>
    </p:spTree>
    <p:extLst>
      <p:ext uri="{BB962C8B-B14F-4D97-AF65-F5344CB8AC3E}">
        <p14:creationId xmlns:p14="http://schemas.microsoft.com/office/powerpoint/2010/main" val="291207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68B8A42D-7EA3-FA58-E009-D74EC8B4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A0D5A465-171A-5BD1-4D53-9F694222D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7861" y="445025"/>
            <a:ext cx="64803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Existing system studies  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91F1C21F-E8B6-B7F5-B6E7-B0A872702F2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051" y="1099930"/>
            <a:ext cx="7394713" cy="332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/>
              <a:t>Industry Trends &amp; Guidance : Glassdoor insights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/>
              <a:t>Skill Practice &amp; Quizzing         : Coursera quizzes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600" dirty="0"/>
              <a:t>Resume Builders                          : </a:t>
            </a:r>
            <a:r>
              <a:rPr lang="en-IN" sz="1600" dirty="0" err="1"/>
              <a:t>Zety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8231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BFB9FAF1-45C1-D149-58AA-EDF39ED4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5305B930-96D6-9EFF-04F9-35824841B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7861" y="445025"/>
            <a:ext cx="64803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Conclusion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29D64B75-B8C0-1D0C-53DA-92ECBB66CE2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080051" y="1099930"/>
            <a:ext cx="7394713" cy="3326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 err="1"/>
              <a:t>IndiaBix</a:t>
            </a:r>
            <a:r>
              <a:rPr lang="en-US" sz="1600" dirty="0"/>
              <a:t> website is available but it can provide only static questions so Ai Ment gets an edge.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Major Learnings:  1) Use of </a:t>
            </a:r>
            <a:r>
              <a:rPr lang="en-US" sz="1600" dirty="0" err="1"/>
              <a:t>GeminiAPI</a:t>
            </a:r>
            <a:r>
              <a:rPr lang="en-US" sz="1600" dirty="0"/>
              <a:t> </a:t>
            </a:r>
          </a:p>
          <a:p>
            <a:pPr marL="0" lvl="0" indent="0" algn="just">
              <a:lnSpc>
                <a:spcPct val="150000"/>
              </a:lnSpc>
            </a:pPr>
            <a:r>
              <a:rPr lang="en-US" sz="1600" dirty="0"/>
              <a:t>       2) Implementation in next.js </a:t>
            </a:r>
          </a:p>
          <a:p>
            <a:pPr marL="0" lvl="0" indent="0" algn="just">
              <a:lnSpc>
                <a:spcPct val="150000"/>
              </a:lnSpc>
            </a:pPr>
            <a:r>
              <a:rPr lang="en-US" sz="1600" dirty="0"/>
              <a:t>       3) Use of </a:t>
            </a:r>
            <a:r>
              <a:rPr lang="en-US" sz="1600" dirty="0" err="1"/>
              <a:t>Inggest</a:t>
            </a:r>
            <a:r>
              <a:rPr lang="en-US" sz="1600" dirty="0"/>
              <a:t> </a:t>
            </a:r>
          </a:p>
          <a:p>
            <a:pPr marL="0" lvl="0" indent="0" algn="just">
              <a:lnSpc>
                <a:spcPct val="150000"/>
              </a:lnSpc>
            </a:pPr>
            <a:r>
              <a:rPr lang="en-US" sz="1600" dirty="0"/>
              <a:t>       4) Use of Clerk for authentication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Motivation : In next.js we can implement frontend &amp; backend in a combined way. For database, we’re using MongoDB as it is more preferred in industry.</a:t>
            </a:r>
          </a:p>
          <a:p>
            <a:pPr marL="0" lvl="0" indent="0" algn="just">
              <a:lnSpc>
                <a:spcPct val="150000"/>
              </a:lnSpc>
            </a:pPr>
            <a:endParaRPr lang="en-US" sz="1600" dirty="0"/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778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BFDEAD8E-5009-ED82-C3A1-08AF37059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4C2BEA06-8846-8D37-660E-66342DF203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References</a:t>
            </a:r>
            <a:endParaRPr lang="en-IN" dirty="0">
              <a:solidFill>
                <a:schemeClr val="dk1"/>
              </a:solidFill>
            </a:endParaRPr>
          </a:p>
        </p:txBody>
      </p:sp>
      <p:sp>
        <p:nvSpPr>
          <p:cNvPr id="1599" name="Google Shape;1599;p55">
            <a:extLst>
              <a:ext uri="{FF2B5EF4-FFF2-40B4-BE49-F238E27FC236}">
                <a16:creationId xmlns:a16="http://schemas.microsoft.com/office/drawing/2014/main" id="{71852E82-CF20-5487-399C-CB85C319101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7773" y="1510748"/>
            <a:ext cx="7394713" cy="2658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hlinkClick r:id="rId3"/>
              </a:rPr>
              <a:t>https://www.linkedin.com/business/talent/blog/learning-and-development/skills-on-the-rise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https://ijcrt.org/papers/IJCRT2312816.pdf</a:t>
            </a:r>
          </a:p>
        </p:txBody>
      </p:sp>
    </p:spTree>
    <p:extLst>
      <p:ext uri="{BB962C8B-B14F-4D97-AF65-F5344CB8AC3E}">
        <p14:creationId xmlns:p14="http://schemas.microsoft.com/office/powerpoint/2010/main" val="158529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39BA2D44-E29A-BF63-A6CD-1164E4D0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55">
            <a:extLst>
              <a:ext uri="{FF2B5EF4-FFF2-40B4-BE49-F238E27FC236}">
                <a16:creationId xmlns:a16="http://schemas.microsoft.com/office/drawing/2014/main" id="{BAC8EBE9-1D5D-93B9-8BF4-CF0D97A9D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4488" y="1886488"/>
            <a:ext cx="6171130" cy="1370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/>
              <a:t>THANKS !!!</a:t>
            </a:r>
            <a:endParaRPr lang="en-IN" sz="8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680321"/>
      </p:ext>
    </p:extLst>
  </p:cSld>
  <p:clrMapOvr>
    <a:masterClrMapping/>
  </p:clrMapOvr>
</p:sld>
</file>

<file path=ppt/theme/theme1.xml><?xml version="1.0" encoding="utf-8"?>
<a:theme xmlns:a="http://schemas.openxmlformats.org/drawingml/2006/main" name="Digital Identity Workshop by Slidesgo">
  <a:themeElements>
    <a:clrScheme name="Simple Light">
      <a:dk1>
        <a:srgbClr val="E58A45"/>
      </a:dk1>
      <a:lt1>
        <a:srgbClr val="EBF5FF"/>
      </a:lt1>
      <a:dk2>
        <a:srgbClr val="193B59"/>
      </a:dk2>
      <a:lt2>
        <a:srgbClr val="C2DCFF"/>
      </a:lt2>
      <a:accent1>
        <a:srgbClr val="BF504C"/>
      </a:accent1>
      <a:accent2>
        <a:srgbClr val="F3B14F"/>
      </a:accent2>
      <a:accent3>
        <a:srgbClr val="9973D1"/>
      </a:accent3>
      <a:accent4>
        <a:srgbClr val="FFFFFF"/>
      </a:accent4>
      <a:accent5>
        <a:srgbClr val="FFFFFF"/>
      </a:accent5>
      <a:accent6>
        <a:srgbClr val="FFFFFF"/>
      </a:accent6>
      <a:hlink>
        <a:srgbClr val="193B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307</Words>
  <Application>Microsoft Office PowerPoint</Application>
  <PresentationFormat>On-screen Show (16:9)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Be Vietnam Pro</vt:lpstr>
      <vt:lpstr>Wingdings</vt:lpstr>
      <vt:lpstr>Bebas Neue</vt:lpstr>
      <vt:lpstr>Arial</vt:lpstr>
      <vt:lpstr>Digital Identity Workshop by Slidesgo</vt:lpstr>
      <vt:lpstr>Ai-Ment  From Campus to Corporate</vt:lpstr>
      <vt:lpstr>Definition &amp; Objectives</vt:lpstr>
      <vt:lpstr>Work done till mid 1</vt:lpstr>
      <vt:lpstr>Comments received in mid 1</vt:lpstr>
      <vt:lpstr>Implementation</vt:lpstr>
      <vt:lpstr>Future work </vt:lpstr>
      <vt:lpstr>Existing system studies  </vt:lpstr>
      <vt:lpstr>Conclusion</vt:lpstr>
      <vt:lpstr>References</vt:lpstr>
      <vt:lpstr>THANKS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Ai-Ment  From Campus to Corporate</dc:title>
  <dc:creator>Divij Rana</dc:creator>
  <cp:lastModifiedBy>Ansh Parmar</cp:lastModifiedBy>
  <cp:revision>21</cp:revision>
  <dcterms:modified xsi:type="dcterms:W3CDTF">2025-10-13T09:06:08Z</dcterms:modified>
</cp:coreProperties>
</file>